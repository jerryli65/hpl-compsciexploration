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5520E-EB71-9D01-C0A4-305929C5D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3EE3D-C9EA-39E0-6AEE-F8EF5D69F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A07D6-A54A-037C-CFD4-79ADC457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1815B-E62F-885D-085F-5D1AA150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B3C06-309B-0F3E-AE74-CB0F3B06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2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7CF43-61FE-9462-4525-72CDB939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F7BDE-42F5-31A7-936D-EC1674C6B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1E3F7-1880-84AB-353D-C95F24B0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7C95B-D3E3-D5E0-1099-D796828A7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FB958-0307-1ED7-440E-1EDA8D775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3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BFAA-B26B-0F0D-B6F8-5E05264CB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D74CA-3C69-0BB8-9661-6932FAEE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66C4-C56E-A012-6F25-3A30877B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B8756-7A50-69AB-599E-D69D0079E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9196C-3B29-C41C-3F94-8E0F2A76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A7F7C-BB9E-5D83-6EC6-3ACC73AF7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F5D1-5C2C-7918-104C-ADA6A30FC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44F15-B559-55EC-4E10-EF9769A8B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2A5F3-CB6D-0646-D034-C5E2E1C2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521FE-299B-B8E0-741C-FF701C77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771E3-2BEE-67C9-6BE8-4C2E4428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3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6A6D-B12C-1ADA-8E8B-0CF4B9AF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35BA2-4DC2-2621-0453-54CB03036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5D7F6-C8C7-970C-5C18-8A9ECEAC1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EEE14-FA62-C511-9A78-3F8C59935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E3923-5411-0F10-5653-5DED5A6D6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18E19-EE2E-F36B-CD44-B274DF46F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370684-3981-DC49-86A3-3244F62CB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A98F2-4240-8ECA-B8F9-D06A528A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65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58BF-1406-B896-565F-ADB79B91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20CDFE-0789-86D8-8734-4CE6EFEF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C04AF-CFAB-8BC4-16C3-4FE7BFA3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9F7AE-1524-6231-B075-3C2EFA4F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9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2A10-1056-991C-2E38-71A46816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6C7004-4F99-E2D9-37CF-FACD9676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37DF4-7A66-E505-06A3-E94DB40B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6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DAE0-D062-E829-0144-8CF20F98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70140-4078-DD72-2147-6CD2C1FD6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9DB5A-7AC3-A145-46E8-EC0577A2A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E97B8-4570-56A2-33BD-1E62197D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7F041-08B1-6DAB-2561-F2F7F929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3987E-CC31-F78B-52A1-0612352C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85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8DAE-6B1E-29EC-376C-ECA8FCB3A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3BB67-7BCE-30DF-DD19-738744217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2ACED-55F4-1D03-FD6E-44DB6F4F8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D4AE7-A9DE-4297-1546-83D5F4046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9FB8E-F844-1818-C0F4-DEB8E7DC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084D3-77F6-E080-4511-5B179C28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8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F684B-6354-2AA5-B14B-153D726B2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247C3-E14A-C715-948A-46AFA996E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415F6-166A-D352-9922-ACA9572F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AA0F3-1D81-CB08-99B7-4A0205D4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9B5E8-C4C3-0324-3E8E-CE9EAF37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3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A83056-E070-BC75-5F3A-20CF025DE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A3014-F78F-EA2E-8F78-A0964B0A5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B2173-6F1A-A98A-B67B-68E860E53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847B9-B75D-BA6D-B603-5E27C9412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C5901-7067-81E0-DB00-C0883A0C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6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38AD4-7FB5-DC87-D629-B2F7802C3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D7BF2-09EB-D73F-222B-8E4BB9F8C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493CD-99CE-1E14-ABC4-5A5C4FC11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60768-D5E1-495E-A988-D45B99AA1D2B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E7023-9C7C-F568-C97D-E13C9F9C4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59F59-5094-3155-AA7B-74EE3F415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11933-DBCB-47D5-9604-A0B2BFFB6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erryli65/HPL-CompSciExploration/tree/ma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6AF6-6911-B107-A86E-EC076CEE6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Science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6CD29-CAFA-BEA9-5066-D0DDE3076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we have fun learning about computer science!</a:t>
            </a:r>
          </a:p>
        </p:txBody>
      </p:sp>
    </p:spTree>
    <p:extLst>
      <p:ext uri="{BB962C8B-B14F-4D97-AF65-F5344CB8AC3E}">
        <p14:creationId xmlns:p14="http://schemas.microsoft.com/office/powerpoint/2010/main" val="1861434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A42D-F540-4B5D-8C75-CD3B76F4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C5A54-6988-AA0C-F8B4-B99D86457E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Jerry Li</a:t>
            </a:r>
          </a:p>
          <a:p>
            <a:pPr marL="0" indent="0">
              <a:buNone/>
            </a:pPr>
            <a:r>
              <a:rPr lang="en-US" sz="1800" dirty="0"/>
              <a:t>Associate Software Engineer, Collins Aerospace</a:t>
            </a:r>
          </a:p>
          <a:p>
            <a:pPr marL="0" indent="0">
              <a:buNone/>
            </a:pPr>
            <a:r>
              <a:rPr lang="en-US" sz="1800" dirty="0"/>
              <a:t>B.S. Computer Science</a:t>
            </a:r>
          </a:p>
          <a:p>
            <a:r>
              <a:rPr lang="en-US" sz="1800" dirty="0"/>
              <a:t>Texas A&amp;M University, 2024</a:t>
            </a:r>
          </a:p>
          <a:p>
            <a:pPr marL="0" indent="0">
              <a:buNone/>
            </a:pPr>
            <a:r>
              <a:rPr lang="en-US" sz="1800" dirty="0"/>
              <a:t>Hobbies: College football, clarinet and orchestra, chess drama</a:t>
            </a:r>
          </a:p>
          <a:p>
            <a:pPr marL="0" indent="0">
              <a:buNone/>
            </a:pPr>
            <a:r>
              <a:rPr lang="en-US" sz="1800" dirty="0"/>
              <a:t>Favorite </a:t>
            </a:r>
            <a:r>
              <a:rPr lang="en-US" sz="1800" dirty="0" err="1"/>
              <a:t>Pokemon</a:t>
            </a:r>
            <a:r>
              <a:rPr lang="en-US" sz="1800" dirty="0"/>
              <a:t>: Jigglypuff, </a:t>
            </a:r>
            <a:r>
              <a:rPr lang="en-US" sz="1800" dirty="0" err="1"/>
              <a:t>Grookey</a:t>
            </a:r>
            <a:r>
              <a:rPr lang="en-US" sz="1800" dirty="0"/>
              <a:t>, </a:t>
            </a:r>
            <a:r>
              <a:rPr lang="en-US" sz="1800" dirty="0" err="1"/>
              <a:t>Cufant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Favorite things to do in Iowa: Hang out at the library, visit Iowa City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372D9C-7384-BA9C-76ED-24FBCE4DD2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67" y="1027906"/>
            <a:ext cx="3188609" cy="2391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C9C506-11F7-391C-AB77-6EC5D48F87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42843" y="4180312"/>
            <a:ext cx="2736403" cy="2052302"/>
          </a:xfrm>
          <a:prstGeom prst="rect">
            <a:avLst/>
          </a:prstGeom>
        </p:spPr>
      </p:pic>
      <p:pic>
        <p:nvPicPr>
          <p:cNvPr id="9" name="Picture 8" descr="Pokemon Episode 45 Analysis – The Song of Jigglypuff | The Anime Madhouse">
            <a:extLst>
              <a:ext uri="{FF2B5EF4-FFF2-40B4-BE49-F238E27FC236}">
                <a16:creationId xmlns:a16="http://schemas.microsoft.com/office/drawing/2014/main" id="{21CAC35D-6FF7-9A24-31FB-75338A5C7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607" y="5250313"/>
            <a:ext cx="1788988" cy="1324352"/>
          </a:xfrm>
          <a:prstGeom prst="rect">
            <a:avLst/>
          </a:prstGeom>
        </p:spPr>
      </p:pic>
      <p:pic>
        <p:nvPicPr>
          <p:cNvPr id="10" name="Picture 9" descr="Grookey Evolution Guide: Stats, Moves, Type, And Location - Cheat Code Central">
            <a:extLst>
              <a:ext uri="{FF2B5EF4-FFF2-40B4-BE49-F238E27FC236}">
                <a16:creationId xmlns:a16="http://schemas.microsoft.com/office/drawing/2014/main" id="{11AB05F9-A2C4-8FD1-7446-B2CD043D5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773" y="3770959"/>
            <a:ext cx="2558942" cy="1435504"/>
          </a:xfrm>
          <a:prstGeom prst="rect">
            <a:avLst/>
          </a:prstGeom>
        </p:spPr>
      </p:pic>
      <p:pic>
        <p:nvPicPr>
          <p:cNvPr id="11" name="Picture 10" descr="Cufant | Pokédex">
            <a:extLst>
              <a:ext uri="{FF2B5EF4-FFF2-40B4-BE49-F238E27FC236}">
                <a16:creationId xmlns:a16="http://schemas.microsoft.com/office/drawing/2014/main" id="{4BC9EA46-56F1-7FFA-D41B-3305777F3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96" y="365125"/>
            <a:ext cx="2249023" cy="313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5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70F5-CDF7-4853-715F-18509624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B1406-B61B-248A-C5FE-9D7437058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No one is too young or too old to learn computing.</a:t>
            </a:r>
          </a:p>
          <a:p>
            <a:pPr marL="514350" indent="-514350">
              <a:buAutoNum type="arabicPeriod"/>
            </a:pPr>
            <a:r>
              <a:rPr lang="en-US" dirty="0"/>
              <a:t>Treat others as you would like to be treated.</a:t>
            </a:r>
          </a:p>
          <a:p>
            <a:pPr marL="514350" indent="-514350">
              <a:buAutoNum type="arabicPeriod"/>
            </a:pPr>
            <a:r>
              <a:rPr lang="en-US" dirty="0"/>
              <a:t>Respect the equipment provided to you.</a:t>
            </a:r>
          </a:p>
          <a:p>
            <a:pPr marL="514350" indent="-514350">
              <a:buAutoNum type="arabicPeriod"/>
            </a:pPr>
            <a:r>
              <a:rPr lang="en-US" dirty="0"/>
              <a:t>Have fun!</a:t>
            </a:r>
          </a:p>
        </p:txBody>
      </p:sp>
    </p:spTree>
    <p:extLst>
      <p:ext uri="{BB962C8B-B14F-4D97-AF65-F5344CB8AC3E}">
        <p14:creationId xmlns:p14="http://schemas.microsoft.com/office/powerpoint/2010/main" val="298118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5B427F-4D4B-9458-F765-CF8DC63FBF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5457694" cy="583021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9EBD834-431F-264D-F9BF-40F2C914A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F20CA-1A9B-801B-DF1A-BE462A583EB0}"/>
              </a:ext>
            </a:extLst>
          </p:cNvPr>
          <p:cNvSpPr txBox="1"/>
          <p:nvPr/>
        </p:nvSpPr>
        <p:spPr>
          <a:xfrm>
            <a:off x="6845121" y="2142519"/>
            <a:ext cx="47973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Goal is for you to find computer science </a:t>
            </a:r>
            <a:r>
              <a:rPr lang="en-US" sz="3200" dirty="0">
                <a:solidFill>
                  <a:srgbClr val="00B0F0"/>
                </a:solidFill>
              </a:rPr>
              <a:t>relevant</a:t>
            </a:r>
            <a:r>
              <a:rPr lang="en-US" sz="3200" dirty="0"/>
              <a:t>, 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thought-provoking</a:t>
            </a:r>
            <a:r>
              <a:rPr lang="en-US" sz="3200" dirty="0"/>
              <a:t>, and </a:t>
            </a:r>
            <a:r>
              <a:rPr lang="en-US" sz="3200" dirty="0">
                <a:solidFill>
                  <a:srgbClr val="7030A0"/>
                </a:solidFill>
              </a:rPr>
              <a:t>FUN</a:t>
            </a:r>
            <a:r>
              <a:rPr lang="en-US" sz="3200" dirty="0"/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149610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C8AD-DFD1-F466-647C-AD69BC6D3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further ado…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DE9DD-7B3F-9DB5-4687-F31A6090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Go here!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https://github.com/jerryli65/HPL-CompSciExploration/tree/main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395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138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Computer Science Exploration</vt:lpstr>
      <vt:lpstr>About Me</vt:lpstr>
      <vt:lpstr>Rules</vt:lpstr>
      <vt:lpstr>PowerPoint Presentation</vt:lpstr>
      <vt:lpstr>Without further ado…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jerry.li65@outlook.com</dc:creator>
  <cp:lastModifiedBy>jerry.li65@outlook.com</cp:lastModifiedBy>
  <cp:revision>2</cp:revision>
  <dcterms:created xsi:type="dcterms:W3CDTF">2026-06-09T02:27:16Z</dcterms:created>
  <dcterms:modified xsi:type="dcterms:W3CDTF">2026-06-10T03:06:58Z</dcterms:modified>
</cp:coreProperties>
</file>